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0" y="1095524"/>
            <a:ext cx="762000" cy="762000"/>
          </a:xfrm>
          <a:prstGeom prst="roundRect">
            <a:avLst>
              <a:gd name="adj" fmla="val 23333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84616" y="1262211"/>
            <a:ext cx="23742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66099" y="2111425"/>
            <a:ext cx="1015901" cy="38100"/>
          </a:xfrm>
          <a:prstGeom prst="roundRect">
            <a:avLst>
              <a:gd name="adj" fmla="val 66667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403425"/>
            <a:ext cx="99060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فوركس يمني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62000" y="3066901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1600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FOREX YEMENI WALLET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609826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محفظة USDT الرقمية الأولى في اليمن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3886051"/>
            <a:ext cx="77724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إيداع  |  سحب  |  تحويل  |  تداول P2P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349" y="355550"/>
            <a:ext cx="50750" cy="355550"/>
          </a:xfrm>
          <a:prstGeom prst="roundRect">
            <a:avLst>
              <a:gd name="adj" fmla="val 50049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70452" y="371326"/>
            <a:ext cx="23861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فوركس يمني؟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62500" y="914251"/>
            <a:ext cx="3821531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محفظة رقمية متكاملة تُمكّن المستخدمين والتجار في اليمن من إدارة أموالهم بعملة USDT بكل سهولة وأمان عبر واجهة عربية سهلة الاستخدام.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62500" y="1665982"/>
            <a:ext cx="3821531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تدعم المحفظة الإيداع والسحب والتحويل بين المستخدمين بالإضافة إلى التداول المباشر P2P بين التجار والمستخدمين.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62500" y="2417713"/>
            <a:ext cx="38215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متوفر على الويب وتطبيق الأندرويد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914251"/>
            <a:ext cx="3746599" cy="781050"/>
          </a:xfrm>
          <a:prstGeom prst="roundRect">
            <a:avLst>
              <a:gd name="adj" fmla="val 1626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home/z/my-project/workspace/slides/icon-wal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074" y="1076176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127" y="1133326"/>
            <a:ext cx="28177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محفظة USDT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127" y="1333351"/>
            <a:ext cx="2817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أرصدة عملة USDT بسهولة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4901" y="1796802"/>
            <a:ext cx="3746599" cy="781050"/>
          </a:xfrm>
          <a:prstGeom prst="roundRect">
            <a:avLst>
              <a:gd name="adj" fmla="val 1626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home/z/my-project/workspace/slides/icon-transf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074" y="1958727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127" y="2015877"/>
            <a:ext cx="28177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تحويلات فورية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22127" y="2215902"/>
            <a:ext cx="2817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مباشر بين المستخدمين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34901" y="2679353"/>
            <a:ext cx="3746599" cy="781050"/>
          </a:xfrm>
          <a:prstGeom prst="roundRect">
            <a:avLst>
              <a:gd name="adj" fmla="val 1626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home/z/my-project/workspace/slides/icon-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7074" y="284127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127" y="2898428"/>
            <a:ext cx="28177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تداول P2P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22127" y="3098453"/>
            <a:ext cx="2817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بيع وشراء USDT مباشرة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34901" y="3561904"/>
            <a:ext cx="3746599" cy="781050"/>
          </a:xfrm>
          <a:prstGeom prst="roundRect">
            <a:avLst>
              <a:gd name="adj" fmla="val 1626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3" descr="/home/z/my-project/workspace/slides/icon-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7074" y="3723829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127" y="3780979"/>
            <a:ext cx="28177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أمان عالي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822127" y="3981004"/>
            <a:ext cx="2817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+ مصادقة ثنائية + ربط الأجهزة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349" y="304800"/>
            <a:ext cx="50750" cy="304800"/>
          </a:xfrm>
          <a:prstGeom prst="roundRect">
            <a:avLst>
              <a:gd name="adj" fmla="val 50049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65156" y="309563"/>
            <a:ext cx="174303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الميزات الرئيسية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83597" y="787301"/>
            <a:ext cx="2825502" cy="1128266"/>
          </a:xfrm>
          <a:prstGeom prst="roundRect">
            <a:avLst>
              <a:gd name="adj" fmla="val 900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home/z/my-project/workspace/slides/icon-wal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073" y="949226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70823" y="1368326"/>
            <a:ext cx="25000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الرصيد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70823" y="1581001"/>
            <a:ext cx="2500071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الرصيد بـ USDT مع التحويل التلقائي للريال اليمني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731145" y="787301"/>
            <a:ext cx="2825502" cy="1128266"/>
          </a:xfrm>
          <a:prstGeom prst="roundRect">
            <a:avLst>
              <a:gd name="adj" fmla="val 900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/home/z/my-project/workspace/slides/icon-transf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621" y="949226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18371" y="1368326"/>
            <a:ext cx="25000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تحويلات سريعة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918371" y="1581001"/>
            <a:ext cx="2500071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فوري بالبريد أو الهاتف أو رقم الحساب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5683597" y="2042517"/>
            <a:ext cx="2825502" cy="1128266"/>
          </a:xfrm>
          <a:prstGeom prst="roundRect">
            <a:avLst>
              <a:gd name="adj" fmla="val 900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/home/z/my-project/workspace/slides/icon-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073" y="2204442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870823" y="2623542"/>
            <a:ext cx="25000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سوق P2P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870823" y="2836218"/>
            <a:ext cx="2500071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تداول مباشر مع تجار معتمدين بأمان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2731145" y="2042517"/>
            <a:ext cx="2825502" cy="1128266"/>
          </a:xfrm>
          <a:prstGeom prst="roundRect">
            <a:avLst>
              <a:gd name="adj" fmla="val 900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3" descr="/home/z/my-project/workspace/slides/icon-ky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4621" y="2204442"/>
            <a:ext cx="304800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918371" y="2623542"/>
            <a:ext cx="25000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الهوية KYC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2918371" y="2836218"/>
            <a:ext cx="2500071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سقف العمليات وتعزيز الثقة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5683597" y="3297734"/>
            <a:ext cx="2825502" cy="1128266"/>
          </a:xfrm>
          <a:prstGeom prst="roundRect">
            <a:avLst>
              <a:gd name="adj" fmla="val 900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4" descr="/home/z/my-project/workspace/slides/icon-pho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7073" y="3459659"/>
            <a:ext cx="304800" cy="304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870823" y="3878759"/>
            <a:ext cx="25000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أندرويد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5870823" y="4091434"/>
            <a:ext cx="2500071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أصلي عبر Capacitor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2731145" y="3297734"/>
            <a:ext cx="2825502" cy="1128266"/>
          </a:xfrm>
          <a:prstGeom prst="roundRect">
            <a:avLst>
              <a:gd name="adj" fmla="val 900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5" descr="/home/z/my-project/workspace/slides/icon-us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4621" y="3459659"/>
            <a:ext cx="304800" cy="3048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918371" y="3878759"/>
            <a:ext cx="25000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إحالات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2918371" y="4091434"/>
            <a:ext cx="2500071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كود دعوة مع عمولات على التحويلات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349" y="457200"/>
            <a:ext cx="50750" cy="355550"/>
          </a:xfrm>
          <a:prstGeom prst="roundRect">
            <a:avLst>
              <a:gd name="adj" fmla="val 50049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51315" y="472976"/>
            <a:ext cx="176102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التحويلات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53549" y="106665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85411" y="1144339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95552" y="1091952"/>
            <a:ext cx="31419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إدخال بيانات المستلم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95552" y="1301502"/>
            <a:ext cx="31419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 حساب أو بريد إلكتروني أو رقم هاتف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153549" y="164752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85411" y="1725216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5552" y="1672828"/>
            <a:ext cx="31419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تأكيد بيانات المستلم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5552" y="1882378"/>
            <a:ext cx="31419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يظهر اسم المستلم والمبلغ قبل PIN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53549" y="222840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85411" y="2306092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5552" y="2253704"/>
            <a:ext cx="31419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إدخال رمز PIN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5552" y="2463254"/>
            <a:ext cx="31419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أرقام سرية لحماية العملية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153549" y="280928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85411" y="2886968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5552" y="2834580"/>
            <a:ext cx="31419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 التحويل بنجاح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5552" y="3044130"/>
            <a:ext cx="31419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 فوري بالبريد للطرفين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4901" y="1066651"/>
            <a:ext cx="3879652" cy="3227636"/>
          </a:xfrm>
          <a:prstGeom prst="roundRect">
            <a:avLst>
              <a:gd name="adj" fmla="val 4722"/>
            </a:avLst>
          </a:prstGeom>
          <a:solidFill>
            <a:srgbClr val="D4AF37">
              <a:alpha val="8000"/>
            </a:srgbClr>
          </a:solidFill>
          <a:ln w="9525">
            <a:solidFill>
              <a:srgbClr val="D4AF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0" descr="/home/z/my-project/workspace/slides/icon-transf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477" y="1355527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23776" y="2003227"/>
            <a:ext cx="3367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مزايا التحويل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23776" y="2330202"/>
            <a:ext cx="3301901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فوري بدون تأخير</a:t>
            </a:r>
            <a:endParaRPr lang="en-US" sz="10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طرق لتحديد المستلم</a:t>
            </a:r>
            <a:endParaRPr lang="en-US" sz="10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تأكيد الاسم قبل الإرسال</a:t>
            </a:r>
            <a:endParaRPr lang="en-US" sz="10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 بريدي للمرسل والمستلم</a:t>
            </a:r>
            <a:endParaRPr lang="en-US" sz="10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 حساب فريد لكل مستخدم</a:t>
            </a:r>
            <a:endParaRPr lang="en-US" sz="10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بدون مفتاح الدولة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349" y="304800"/>
            <a:ext cx="50750" cy="304800"/>
          </a:xfrm>
          <a:prstGeom prst="roundRect">
            <a:avLst>
              <a:gd name="adj" fmla="val 50049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087939" y="309563"/>
            <a:ext cx="158341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 والحماية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673650" y="787301"/>
            <a:ext cx="3835450" cy="645616"/>
          </a:xfrm>
          <a:prstGeom prst="roundRect">
            <a:avLst>
              <a:gd name="adj" fmla="val 1573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35575" y="923776"/>
            <a:ext cx="35818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رمز PIN الخاص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35575" y="1123801"/>
            <a:ext cx="3581832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أرقام سرية مشفّرة بـ bcrypt لكل عملية تحويل وسحب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673650" y="1534418"/>
            <a:ext cx="3835450" cy="645616"/>
          </a:xfrm>
          <a:prstGeom prst="roundRect">
            <a:avLst>
              <a:gd name="adj" fmla="val 1573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35575" y="1670893"/>
            <a:ext cx="35818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المصادقة الثنائية 2FA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35575" y="1870918"/>
            <a:ext cx="3581832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رمز مُرسل للبريد الإلكتروني عند تسجيل الدخول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73650" y="2281535"/>
            <a:ext cx="3835450" cy="645616"/>
          </a:xfrm>
          <a:prstGeom prst="roundRect">
            <a:avLst>
              <a:gd name="adj" fmla="val 1573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35575" y="2418011"/>
            <a:ext cx="35818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الأجهزة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35575" y="2618036"/>
            <a:ext cx="3581832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قفل الحساب عند محاولة الدخول من جهاز غير معروف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34901" y="787301"/>
            <a:ext cx="3835598" cy="645616"/>
          </a:xfrm>
          <a:prstGeom prst="roundRect">
            <a:avLst>
              <a:gd name="adj" fmla="val 1573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923776"/>
            <a:ext cx="35819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الهوية KYC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6826" y="1123801"/>
            <a:ext cx="3581983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الهوية والصورة الشخصية لزيادة حدود العمليات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4901" y="1534418"/>
            <a:ext cx="3835598" cy="645616"/>
          </a:xfrm>
          <a:prstGeom prst="roundRect">
            <a:avLst>
              <a:gd name="adj" fmla="val 1573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96826" y="1670893"/>
            <a:ext cx="35819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استرداد الحساب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6826" y="1870918"/>
            <a:ext cx="3581983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الإدارة ترسل رمز PIN مؤقت لاستعادة الوصول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4901" y="2281535"/>
            <a:ext cx="3835598" cy="648742"/>
          </a:xfrm>
          <a:prstGeom prst="roundRect">
            <a:avLst>
              <a:gd name="adj" fmla="val 15661"/>
            </a:avLst>
          </a:prstGeom>
          <a:solidFill>
            <a:srgbClr val="D4AF37">
              <a:alpha val="8000"/>
            </a:srgbClr>
          </a:solidFill>
          <a:ln w="9525">
            <a:solidFill>
              <a:srgbClr val="D4AF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96826" y="2418011"/>
            <a:ext cx="35819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تشفير متقدم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6826" y="2621161"/>
            <a:ext cx="3581983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كلمات المرور بـ bcrypt و Firebase Security Rules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349" y="457200"/>
            <a:ext cx="50750" cy="355550"/>
          </a:xfrm>
          <a:prstGeom prst="roundRect">
            <a:avLst>
              <a:gd name="adj" fmla="val 50049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92937" y="472976"/>
            <a:ext cx="222691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سوق P2P للتداول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525143" y="1066651"/>
            <a:ext cx="5083635" cy="25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8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تداول مباشر يربط بين التجار المعتمدين والمستخدمين لبيع وشراء USDT بأمان مع إدارة الإدارة الكاملة.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220248" y="1546771"/>
            <a:ext cx="1288852" cy="514052"/>
          </a:xfrm>
          <a:prstGeom prst="roundRect">
            <a:avLst>
              <a:gd name="adj" fmla="val 19765"/>
            </a:avLst>
          </a:prstGeom>
          <a:solidFill>
            <a:srgbClr val="D4AF37">
              <a:alpha val="10000"/>
            </a:srgbClr>
          </a:solidFill>
          <a:ln w="9525">
            <a:solidFill>
              <a:srgbClr val="D4AF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46564" y="1657796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التاجر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46564" y="1835497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ينشر إعلان بيع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39396" y="1597521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72695" y="1546771"/>
            <a:ext cx="1288852" cy="514052"/>
          </a:xfrm>
          <a:prstGeom prst="roundRect">
            <a:avLst>
              <a:gd name="adj" fmla="val 19765"/>
            </a:avLst>
          </a:prstGeom>
          <a:solidFill>
            <a:srgbClr val="D4AF37">
              <a:alpha val="10000"/>
            </a:srgbClr>
          </a:solidFill>
          <a:ln w="9525">
            <a:solidFill>
              <a:srgbClr val="D4AF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99012" y="1657796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المستخدم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99012" y="1835497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يطلب شراء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91844" y="1597521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143" y="1546771"/>
            <a:ext cx="1288852" cy="514052"/>
          </a:xfrm>
          <a:prstGeom prst="roundRect">
            <a:avLst>
              <a:gd name="adj" fmla="val 19765"/>
            </a:avLst>
          </a:prstGeom>
          <a:solidFill>
            <a:srgbClr val="D4AF37">
              <a:alpha val="10000"/>
            </a:srgbClr>
          </a:solidFill>
          <a:ln w="9525">
            <a:solidFill>
              <a:srgbClr val="D4AF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51459" y="1657796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الدفع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1459" y="1835497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محلي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220248" y="2238524"/>
            <a:ext cx="1288852" cy="514052"/>
          </a:xfrm>
          <a:prstGeom prst="roundRect">
            <a:avLst>
              <a:gd name="adj" fmla="val 19765"/>
            </a:avLst>
          </a:prstGeom>
          <a:solidFill>
            <a:srgbClr val="D4AF37">
              <a:alpha val="10000"/>
            </a:srgbClr>
          </a:solidFill>
          <a:ln w="9525">
            <a:solidFill>
              <a:srgbClr val="D4AF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46564" y="2349550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التأكيد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46564" y="2527250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التاجر يؤكد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39396" y="2289274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72695" y="2238524"/>
            <a:ext cx="1288852" cy="514052"/>
          </a:xfrm>
          <a:prstGeom prst="roundRect">
            <a:avLst>
              <a:gd name="adj" fmla="val 19765"/>
            </a:avLst>
          </a:prstGeom>
          <a:solidFill>
            <a:srgbClr val="D4AF37">
              <a:alpha val="10000"/>
            </a:srgbClr>
          </a:solidFill>
          <a:ln w="9525">
            <a:solidFill>
              <a:srgbClr val="D4AF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99012" y="2349550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الإيداع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99012" y="2527250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USDT للمستخدم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91844" y="2289274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25143" y="2238524"/>
            <a:ext cx="1288852" cy="514052"/>
          </a:xfrm>
          <a:prstGeom prst="roundRect">
            <a:avLst>
              <a:gd name="adj" fmla="val 19765"/>
            </a:avLst>
          </a:prstGeom>
          <a:solidFill>
            <a:srgbClr val="D4AF37">
              <a:alpha val="10000"/>
            </a:srgbClr>
          </a:solidFill>
          <a:ln w="9525">
            <a:solidFill>
              <a:srgbClr val="D4AF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51459" y="2349550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تمت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1459" y="2527250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الصفقة مكتملة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4901" y="1066651"/>
            <a:ext cx="2509242" cy="2673548"/>
          </a:xfrm>
          <a:prstGeom prst="roundRect">
            <a:avLst>
              <a:gd name="adj" fmla="val 6074"/>
            </a:avLst>
          </a:prstGeom>
          <a:solidFill>
            <a:srgbClr val="D4AF37">
              <a:alpha val="8000"/>
            </a:srgbClr>
          </a:solidFill>
          <a:ln w="9525">
            <a:solidFill>
              <a:srgbClr val="D4AF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0" descr="/home/z/my-project/workspace/slides/icon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717" y="1304776"/>
            <a:ext cx="406301" cy="406301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73026" y="1876127"/>
            <a:ext cx="20736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المزايا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73026" y="2174528"/>
            <a:ext cx="2032992" cy="1327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9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تجار معتمدون من الإدارة</a:t>
            </a:r>
            <a:endParaRPr lang="en-US" sz="950" dirty="0"/>
          </a:p>
          <a:p>
            <a:pPr algn="l" marL="342900" indent="-342900">
              <a:lnSpc>
                <a:spcPts val="209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أسعار تنافسية ومفتوحة</a:t>
            </a:r>
            <a:endParaRPr lang="en-US" sz="950" dirty="0"/>
          </a:p>
          <a:p>
            <a:pPr algn="l" marL="342900" indent="-342900">
              <a:lnSpc>
                <a:spcPts val="209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فض المنازعات</a:t>
            </a:r>
            <a:endParaRPr lang="en-US" sz="950" dirty="0"/>
          </a:p>
          <a:p>
            <a:pPr algn="l" marL="342900" indent="-342900">
              <a:lnSpc>
                <a:spcPts val="209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ومراجعة التجار</a:t>
            </a:r>
            <a:endParaRPr lang="en-US" sz="950" dirty="0"/>
          </a:p>
          <a:p>
            <a:pPr algn="l" marL="342900" indent="-342900">
              <a:lnSpc>
                <a:spcPts val="209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إشعارات فورية لكل خطوة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349" y="457200"/>
            <a:ext cx="50750" cy="355550"/>
          </a:xfrm>
          <a:prstGeom prst="roundRect">
            <a:avLst>
              <a:gd name="adj" fmla="val 50049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21376" y="472976"/>
            <a:ext cx="205994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تحكم الإدارة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24400" y="1066651"/>
            <a:ext cx="3784699" cy="939998"/>
          </a:xfrm>
          <a:prstGeom prst="roundRect">
            <a:avLst>
              <a:gd name="adj" fmla="val 1351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home/z/my-project/workspace/slides/icon-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873" y="1253877"/>
            <a:ext cx="355550" cy="355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37075" y="1253877"/>
            <a:ext cx="29084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المستخدمين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37075" y="1453902"/>
            <a:ext cx="290842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وتعديل وقفل حسابات المستخدمين والتجار مع إمكانية إرسال رمز PIN مؤقت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724400" y="2133600"/>
            <a:ext cx="3784699" cy="757238"/>
          </a:xfrm>
          <a:prstGeom prst="roundRect">
            <a:avLst>
              <a:gd name="adj" fmla="val 1677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/home/z/my-project/workspace/slides/icon-wal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873" y="2320826"/>
            <a:ext cx="355550" cy="3555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37075" y="2320826"/>
            <a:ext cx="29084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الإيداعات والسحوبات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937075" y="2520851"/>
            <a:ext cx="290842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وقبول أو رفض طلبات الإيداع والسحب مع إدارة طرق الدفع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724400" y="3017788"/>
            <a:ext cx="3784699" cy="757238"/>
          </a:xfrm>
          <a:prstGeom prst="roundRect">
            <a:avLst>
              <a:gd name="adj" fmla="val 1677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/home/z/my-project/workspace/slides/icon-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0873" y="3205014"/>
            <a:ext cx="355550" cy="3555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37075" y="3205014"/>
            <a:ext cx="29084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الإحصائيات والتقارير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937075" y="3405039"/>
            <a:ext cx="290842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إحصائيات شاملة تعرض حجم العمليات والأرباح وعدد المستخدمين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34901" y="1066651"/>
            <a:ext cx="3784699" cy="757238"/>
          </a:xfrm>
          <a:prstGeom prst="roundRect">
            <a:avLst>
              <a:gd name="adj" fmla="val 1677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3" descr="/home/z/my-project/workspace/slides/icon-ky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1374" y="1253877"/>
            <a:ext cx="355550" cy="3555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7576" y="1253877"/>
            <a:ext cx="29084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الحسابات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847576" y="1453902"/>
            <a:ext cx="290842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طلبات التوثيق وقبولها أو رفضها مع إمكانية إرفاق سبب الرفض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34901" y="1950839"/>
            <a:ext cx="3784699" cy="757238"/>
          </a:xfrm>
          <a:prstGeom prst="roundRect">
            <a:avLst>
              <a:gd name="adj" fmla="val 1677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4" descr="/home/z/my-project/workspace/slides/icon-setting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1374" y="2138065"/>
            <a:ext cx="355550" cy="3555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47576" y="2138065"/>
            <a:ext cx="29084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إعدادات النظام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847576" y="2338090"/>
            <a:ext cx="290842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روابط التواصل الاجتماعي وإعدادات الأمان والصلاحيات والبanners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634901" y="2835027"/>
            <a:ext cx="3784699" cy="757238"/>
          </a:xfrm>
          <a:prstGeom prst="roundRect">
            <a:avLst>
              <a:gd name="adj" fmla="val 1677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5" descr="/home/z/my-project/workspace/slides/icon-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1374" y="3022253"/>
            <a:ext cx="355550" cy="3555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47576" y="3022253"/>
            <a:ext cx="29084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كوبونات وعروض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847576" y="3222278"/>
            <a:ext cx="290842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وإدارة كوبونات ترويجية وعروض خاصة للمستخدمين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4550" y="1227386"/>
            <a:ext cx="634901" cy="634901"/>
          </a:xfrm>
          <a:prstGeom prst="roundRect">
            <a:avLst>
              <a:gd name="adj" fmla="val 24004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69227" y="1359098"/>
            <a:ext cx="20569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91000" y="2065437"/>
            <a:ext cx="762000" cy="38100"/>
          </a:xfrm>
          <a:prstGeom prst="roundRect">
            <a:avLst>
              <a:gd name="adj" fmla="val 66667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381000" y="2357438"/>
            <a:ext cx="9906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لكم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2893963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4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فوركس يمني - محفظة USDT الرقمية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357414"/>
            <a:ext cx="77724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نسعى لتقديم أفضل تجربة تحويل وتداول رقمية في اليمن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773239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www.forexyemeni.com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فوركس يمني - عرض تقديمي</dc:title>
  <dc:subject>محفظة USDT الرقمية</dc:subject>
  <dc:creator>ForexYemeni</dc:creator>
  <cp:lastModifiedBy>ForexYemeni</cp:lastModifiedBy>
  <cp:revision>1</cp:revision>
  <dcterms:created xsi:type="dcterms:W3CDTF">2026-04-05T10:12:21Z</dcterms:created>
  <dcterms:modified xsi:type="dcterms:W3CDTF">2026-04-05T10:12:21Z</dcterms:modified>
</cp:coreProperties>
</file>